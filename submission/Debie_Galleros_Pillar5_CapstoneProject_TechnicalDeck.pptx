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2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 dirty="0" err="1">
                <a:solidFill>
                  <a:srgbClr val="1A1A1A"/>
                </a:solidFill>
                <a:latin typeface="Arial"/>
              </a:rPr>
              <a:t>FitML: A Fairness-Audited Machine Learning System for Sizing and Intelligent Virtual Try-On in E-Commerce</a:t>
            </a:r>
            <a:r>
              <a:rPr sz="3000" b="1" i="0" dirty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93792"/>
            <a:ext cx="99943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Technical presentation — fit-ml.netlify.app · github.com/debiegalleros/fitml-capstone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33"/>
    </mc:Choice>
    <mc:Fallback>
      <p:transition spd="slow" advTm="173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Problem framing and task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online clothing return rate (vs ~8% in physical stores)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annual cost of returns to retailers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7451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2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523449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“will it fit?” and “how will it look on me?” — both drive hesitation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42900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36576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data science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Supervised multi-class classification: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predict reported fit outcome — fit / runs small / runs large — from body measurements + ordered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3600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Labels are real customer fit feedback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(not collaborative filtering)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Selection metric: macro-F1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blind to minority classes under a 73%-majority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576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What makes it different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069080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A published fairness audit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disparate impact, equalized odds, SHAP, and a mitigation with honest before/after numbers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636008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Commercial sizing tools are black boxes; </a:t>
            </a:r>
            <a:r>
              <a:rPr sz="1250" b="1" i="0">
                <a:solidFill>
                  <a:srgbClr val="1A1A1A"/>
                </a:solidFill>
                <a:latin typeface="Arial"/>
              </a:rPr>
              <a:t>FitML treats the audit as a first-class deliverable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02936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Generative AI try-on (IDM-VTON/SDXL via Replicate) gives the visual answer, with a 2D compositor as automatic fallback — not 3D</a:t>
            </a:r>
            <a:r>
              <a:rPr sz="1250" b="0" i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Dataset: 251,047 real fit 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Kaggle “Clothing Fit Dataset for Size Recommendation” — ModCloth + RentTheRunway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667512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058806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87244" y="2058806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Women's core (graded ML)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292" y="2058806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Men's extension (demo)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50008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2442854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7244" y="2442854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251,047 real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292" y="2442854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200 synthetic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34056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2826902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87244" y="2826902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Real fit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292" y="2826902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Uniqlo chart lookup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3210950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Sizing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7244" y="3210950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4 trained classifiers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7292" y="3210950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Deterministic rule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02152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" y="3594998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Fairness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87244" y="3594998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Included (full)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92" y="3594998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Excluded (documented)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196596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2920" y="2350008"/>
            <a:ext cx="667512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2920" y="388620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4160520"/>
            <a:ext cx="6675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Why: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both platforms sell women's apparel, so real data is women's-only. Real, citable data where it exists; a small, clearly-flagged synthetic extension for the gap — an explicit limitation, not a silently patched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57800"/>
            <a:ext cx="6675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Features (all self-reported / user-entered)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23560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height · weight · bust band + cup · hip · body type · garment category · ordered size  —  target: fit / small / large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1828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Class balance (the core difficulty)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377440"/>
            <a:ext cx="2999232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27080" y="2450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72.7%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88950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fit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3246120"/>
            <a:ext cx="565192" cy="47548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93040" y="3319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3758183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large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4114800"/>
            <a:ext cx="561066" cy="47548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88914" y="4187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6268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small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512064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72.7 / 13.7 / 13.6 — a model that always says “fit” gets 72.7% accuracy while being useless.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EDA and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notebooks/02_eda_feature_engineering.ipynb · reusable logic in src/prepare_data.py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Two schemas, harmonized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Height parsed from “5ft 6in” vs “5' 8"”; 68 RentTheRunway category tags mapped to a 4-bucket taxonomy; cup letters unified to an ordinal scale (AA=0 … K=11). 24,287 ModCloth rows with no garment signal dropped.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Missingness is structural — flagged, not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Weight absent for ALL ModCloth rows; hips for ALL RentTheRunway rows. Each gets a _missing indicator beside median imputation; body_type gets an explicit not_reported category (never a guessed shape). SHAP later proves the model uses these flags.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PCA: a useful negative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Body-type clusters overlap heavily in 2D — components track overall size, not shape. Raw measurements won't trivially separate body types, so the fairness audit needs per-group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Leakage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model_ready.csv ships unscaled and un-encoded; scaling and one-hot encoding are fitted inside each model's train-only Pipeline. Post-purchase fields (rating, review text) excluded as features.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Model comparison: four classifiers, one honest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Same stratified 80/20 split (200,837 / 50,210 rows, seed 42) · same features · preprocessing fitted train-only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694944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195966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0673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macro-F1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595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6516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438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small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6949440" cy="384048"/>
          </a:xfrm>
          <a:prstGeom prst="rect">
            <a:avLst/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" y="2580014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XGBoost  (selected)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0673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595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6516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438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71215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" y="2964062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2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0673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595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6516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9438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55263"/>
            <a:ext cx="6949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5216" y="3348110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MLP (64/32)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7752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0673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3595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6516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39311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16" y="3732158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Logistic Regression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7752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0673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3595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6516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438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210312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2920" y="2487168"/>
            <a:ext cx="694944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2920" y="402336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42519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Every unweighted model collapses toward the majority class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pinned at the 72.7% baseline for all four; logistic regression never predicts “large” at all. XGBoost wins as the only model with non-trivial F1 on both minority classes.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34924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Trees beat the MLP, as predicted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gradient-boosted trees dominate MLPs on modest tabular data. A legitimate finding, reported honestly (equal-footing, untuned hyperparameters for all four).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2103120"/>
            <a:ext cx="3886200" cy="3931920"/>
          </a:xfrm>
          <a:prstGeom prst="roundRect">
            <a:avLst>
              <a:gd name="adj" fmla="val 4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92440" y="23317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Why macro-F1?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2788920"/>
            <a:ext cx="3383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“Small” and “large” are the whole point: they are the cases where a recommendation prevents a return.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Macro-F1 weights each class equally, exposing the minority-class failure that accuracy hides.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Accuracy would call a coin-flip between these models; macro-F1 separates them.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Fairness audit: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src/fairness_audit.py re-derives the exact Phase 5 split and asserts it matches the pinned test indices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Two harms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677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Quality-of-service: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misfit detection failing more for some groups → wrong “it fits” reassurance → returns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5292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Allocation-style: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favorable “fit” prediction handed out at unequal 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Groups (each ≥ 1,000 test rows)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body_type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8 groups incl. not_reported (n=14,800)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height_band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under 160 / 160–169 / 170+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8172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001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US 0–6 / 8–14 / 16–22 / 24+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Per-group accuracy and per-class recall · disparate impact ratio (four-fifths rule, &lt;0.8 flagged) · equalized-odds TPR/FPR spreads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20240"/>
            <a:ext cx="5349240" cy="4206240"/>
          </a:xfrm>
          <a:prstGeom prst="roundRect">
            <a:avLst>
              <a:gd name="adj" fmla="val 35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1488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B7791F"/>
                </a:solidFill>
                <a:latin typeface="Arial"/>
              </a:rPr>
              <a:t>Baseline finding: “fair” numbers that mean nothing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No group is DI-flagged (all ≥ 0.98) — because the model predicts “fit” for 99.5% of rows in every group. A model that always says yes passes the four-fifths rule by construction.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Inside the predictions: a 7.3-point accuracy gap against size 24+ shoppers; “runs large” caught 8.2% of the time for full-bust vs 0.34% for pear (24×); zero “small” recall for apple body types.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The fit-class FPR is 0.96–1.00 everywhere: when an item does not fit, virtually every shopper is told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Mitigation: class-weighted retraining — 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Identical pipeline, split, and seed; the only change is balanced sample weights</a:t>
            </a:r>
          </a:p>
        </p:txBody>
      </p:sp>
      <p:pic>
        <p:nvPicPr>
          <p:cNvPr id="5" name="Picture 4" descr="recall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5852160" cy="36013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20840" y="2057400"/>
            <a:ext cx="4983480" cy="3383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03136" y="213090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2249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8284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2395728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03136" y="246923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macro-F1 (selection metric)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2249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8284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0.3596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2734056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03136" y="2807559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2249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8284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0.486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3072384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03136" y="3145887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small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2249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8284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0.546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3410712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03136" y="3484215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worst-group fit FPR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2249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0.996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8284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749039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03136" y="382254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249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0.727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8284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087368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03136" y="416087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DI flags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2249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 (vacuous)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284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7 (informative)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20840" y="2057400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20840" y="2395728"/>
            <a:ext cx="498348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20840" y="4425696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20840" y="4617720"/>
            <a:ext cx="49834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flags after mitigation are informative, not a regression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— once the model actually discriminates between classes, it surfaces the real disparity the degenerate baseline had hidden (size 24+ DI 0.41; apple/full-bust 0.64–0.70). Height stays equal (≥ 0.99).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06440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Deployed: the class-weighted model.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Catching misfits matters more than raw accuracy; the confidence % and blue/amber advisory layer absorb the uncertainty.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Explainability: SHAP on the winning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TreeExplainer · 3,000 test rows · seed 42</a:t>
            </a:r>
          </a:p>
        </p:txBody>
      </p:sp>
      <p:pic>
        <p:nvPicPr>
          <p:cNvPr id="5" name="Picture 4" descr="shap_global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6126480" cy="4594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130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21488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size_ordered dominates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(mean |SHAP| 0.38 for small, 0.27 for large vs 0.08 for fit) — and directionally correctly: high ordered size, low weight, small bust band all push toward “runs small”.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330098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319272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The model learned real sizing signal;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it is the decision threshold, drowned by class imbalance, that fails — exactly what class weighting attacks.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447141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489704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B7791F"/>
                </a:solidFill>
                <a:latin typeface="Arial"/>
              </a:rPr>
              <a:t>Red flag: missingness is predictive.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weight_kg_missing and body_type_not_reported rank in the top 7 for minority classes. Shoppers who disclose less get systematically different predictions — a data-completeness bias, answered with transparency in the product (confidence drops when key fields are absent).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Architecture: data to deployed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Arial"/>
              </a:rPr>
              <a:t>OFFLINE — reproducible,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Kaggle fit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251k reviews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prepare_data.py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558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model_ready.csv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15 columns, flags,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no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90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train_models.py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LogReg · RF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XGBoost ·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103120"/>
            <a:ext cx="2971800" cy="960120"/>
          </a:xfrm>
          <a:prstGeom prst="roundRect">
            <a:avLst>
              <a:gd name="adj" fmla="val 7000"/>
            </a:avLst>
          </a:prstGeom>
          <a:solidFill>
            <a:srgbClr val="E9F0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42248" y="2185415"/>
            <a:ext cx="27523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fairness_audit.py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468879"/>
            <a:ext cx="275234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DI · equalized odds · SHAP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→ xgboost_weighted.joblib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321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753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" y="3291840"/>
            <a:ext cx="2286000" cy="86868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3374136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Catalog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657600"/>
            <a:ext cx="2066543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117 items · rembg cutouts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234 hue variants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45920" y="4160520"/>
            <a:ext cx="2743200" cy="50292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77440" y="422452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catalog assets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3434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2F7D4F"/>
                </a:solidFill>
                <a:latin typeface="Arial"/>
              </a:rPr>
              <a:t>LIVE — fit-ml.onrender.com (Docker) + fit-ml.netlify.app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63440"/>
            <a:ext cx="265176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2648" y="4745736"/>
            <a:ext cx="2432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Frontend (vanilla JS)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5029200"/>
            <a:ext cx="243230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6 pages · Canvas compositing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profile · catalog · try-on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history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03320" y="466344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13048" y="4745736"/>
            <a:ext cx="3072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Flask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5029200"/>
            <a:ext cx="307238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/upload-profile (blur, pose)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/recommend-size (weighted XGB,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chart-anchored) · /api/tryon · /advice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663440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44967" y="4745736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MediaPipe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44967" y="5029200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pose · crop-at-upload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5413248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4967" y="5495544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Claude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4967" y="5779008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advice text only (read-only)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154680" y="5349240"/>
            <a:ext cx="5486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995160" y="4974336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95160" y="5623560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5349240" y="3063240"/>
            <a:ext cx="4343400" cy="1600200"/>
          </a:xfrm>
          <a:prstGeom prst="line">
            <a:avLst/>
          </a:prstGeom>
          <a:ln w="1905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863840" y="397763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served model (weighted XGBoost)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Generative AI: used deliberately, fenced off from the graded 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8640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12140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Claude Vision + Replicate — generative try-on &amp; fit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Claude Vision analyzes the shopper's photo + garment, producing a structured prompt; IDM-VTON (default) or SDXL inpainting renders the try-on via Replicate. Claude then reviews the composited image for two paragraphs of plain-language advice (second must start “Note:”; tailoring jargon banned).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Try-on renders the recommended size, never decides it. Advice never estimates measurements or overrides the model — a read-only consumer of the prediction.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2024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121408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rembg / U²-Net — catalog background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A pretrained segmentation CNN produces the transparent garment PNGs the try-on compositor warps.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Runs offline, once per image, at catalog build time. Sees no user data, produces no labels, touches no training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Why the fence?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109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Auditability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audit's quantitative claims need a fixed, inspectable model; a generative model in the prediction path would make them unverifiable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3153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9824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No silent data invention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vision-estimated measurements would inject body-type-correlated error into exactly the variables the audit stratifies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70448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Reproducibility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graded artifacts rebuild from fixed seeds; generative output is confined to advice prose and one-time asset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Known limitations (documented, not hidden)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Severe class imbalance remains the dominant problem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one mitigation trialed, fully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2549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43784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Random split does not group repeat customers (IDs dropped upstream)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47288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Self-reported measurements — noisy, plausibly in group-correlated 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325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0792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Groups are proxies: no age/ethnicity/disability fields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3600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54296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Men's extension is chart-based and unaudited,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24028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Probability calibration + per-group thresholds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to equalize misfit-detection rates — the clear next mitigation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9535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FIT dataset (2026, 1.13M fit-aware try-on triplets)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the research path to photorealistic, fit-accurate generative try-on, upgrading today's size-proportional 2D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850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Transformer clothing parsing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(SegFormer benchmarked: no net win today — 59 vs 56 clean items, 5 failures)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416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3484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Color-suitability matching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scoped out from the 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1480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66359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bust_input_method audit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once real usage data exists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89788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603504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Live demo: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fit-ml.netlify.app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Repository: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github.com/debiegalleros/fitml-capstone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Full audit: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docs/fairness_report.md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1945</Words>
  <Application>Microsoft Macintosh PowerPoint</Application>
  <PresentationFormat>Widescreen</PresentationFormat>
  <Paragraphs>233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Debie Honey Galleros (Omnicom)</cp:lastModifiedBy>
  <cp:revision>4</cp:revision>
  <dcterms:created xsi:type="dcterms:W3CDTF">2013-01-27T09:14:16Z</dcterms:created>
  <dcterms:modified xsi:type="dcterms:W3CDTF">2026-07-13T06:10:02Z</dcterms:modified>
  <cp:category/>
</cp:coreProperties>
</file>