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sweater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reaches your waist neatly, and the sleeves land well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upper face (forehead, eyes) can be cropped out before the photo is ever saved, opt-in; this screenshot shows the earlier blur-based safeguard instead.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 privacy, opt-in and automatic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An opt-in checkbox crops the upper face — forehead and eyes — out before saving. Left unchecked, FitML still protects you — your real face is restored over anything the AI drew in its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Fit-accurate rendering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Today's generative try-on already shows the right garment on your own photo, photorealistically. The next step (the FIT dataset, 2026 — over a million fit-aware examples) renders how a specific size actually drapes and pulls, not just where it 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Debie Galleros</dc:creator>
  <cp:keywords/>
  <dc:description>generated using python-pptx</dc:description>
  <cp:lastModifiedBy>Debie Galleros</cp:lastModifiedBy>
  <cp:revision>1</cp:revision>
  <dcterms:created xsi:type="dcterms:W3CDTF">2013-01-27T09:14:16Z</dcterms:created>
  <dcterms:modified xsi:type="dcterms:W3CDTF">2026-07-15T08:30:59Z</dcterms:modified>
  <cp:category/>
</cp:coreProperties>
</file>