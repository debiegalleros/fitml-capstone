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FitML: A Fairness-Audited Machine Learning System for Sizing and Augmented Reality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4748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250" b="0" i="0">
                <a:solidFill>
                  <a:srgbClr val="595959"/>
                </a:solidFill>
                <a:latin typeface="Arial"/>
              </a:rPr>
              <a:t>A virtual fitting room with size recommendations and tailored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989320"/>
            <a:ext cx="99943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Business presentation — live demo: fit-ml.netlify.app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Returns are eating online fashion's margins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 online clothing orders come back — vs about 8% in physical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returns cost retailers every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1665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cause: sizing uncertainty — shoppers can't try before they buy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79476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questions stop a shopper from clicking “buy”: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“Will it fit?”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Every wrong answer is a return — shipped twice, repacked, often discounted.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“How will it look on me?”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If the shopper can't picture it, they don't buy — or they order three sizes to try at home.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FitML answers both — before the purchase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A working prototype, live at fit-ml.netlify.app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5394960" cy="33718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920240"/>
            <a:ext cx="5394960" cy="337185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536524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The live 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838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Set up a profile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13432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shopper enters their measurements and uploads one photo. Nothing is guessed from the photo — it is only used to show garments on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01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827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584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Browse and try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117 real items with filters, prices, and color options. One tap shows the garment on the shopper's own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9145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868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45736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Get a size and honest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93207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A recommended size with a confidence level, plus two short paragraphs of plain-language advice — including what the try-on photo actually shows.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virtual fitting room, on the shopper's own photo</a:t>
            </a:r>
          </a:p>
        </p:txBody>
      </p:sp>
      <p:pic>
        <p:nvPicPr>
          <p:cNvPr id="4" name="Picture 3" descr="item_tr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6766560" cy="422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1874519"/>
            <a:ext cx="6766560" cy="422910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17677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Live try-on: recommendation, composite, and advice for a real catalog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 clear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585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“Recommended size: XS — 40% confidence” — the confidence level is shown, never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495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garment on their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sweater is placed on the shopper's own photo, scaled and angled to their pose — picking a bigger size renders visibly bigger.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12394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Advice a shopper actually understands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416552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Plain words, no tailor talk: “the length reaches your waist neatly, and the sleeves land well at your wrists.”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20293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Privacy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5495544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face is blurred before the photo is even saved — visible right in this screenshot.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differentiator: sizing that is checked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Most sizing tools are black boxes. FitML publishes its audit.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Sizing models are usually most accurate for “average” bodies — and quietly worse for everyone else. We measured ours across body types, heights, and size ranges, found exactly that problem, and retrained to fix what matters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B7791F"/>
                </a:solidFill>
                <a:latin typeface="Arial"/>
              </a:rPr>
              <a:t>What we found: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first model told almost every shopper “it fits” — it was most wrong for plus-size shoppers, exactly the people returns hit hardest.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8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What we did: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retrained the model to take misfits seriously and published before/after numbers for every group — the full report is in the open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0312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 in 100  →  1 in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4557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misfit warnings the model catches, before vs after the fairness fix — the single number behind fewer wrong “it fits” promises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576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8 groups × 3 lenses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10005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body types, heights, and size bands — every group's numbers published, none averaged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52120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0 guesses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65453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measurements are always entered by the shopper — never estimated from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What this is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Projected impact — to be validated in a pilot, not promised in advance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wrong “it fits” moments.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retrained model catches about half of misfits before purchase, instead of almost none.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363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“order 3, keep 1” baskets.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Seeing the garment on their own photo replaces ordering multiple sizes to try at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Higher purchase confidence.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A visible confidence level and honest sizing tips build trust — and trust converts.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Every avoided return saves twice-paid shipping, inspection, repackaging, and markdown loss — and keeps the item sellable at full price.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965960"/>
            <a:ext cx="5257800" cy="41148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1945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06040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1F4E79"/>
                </a:solidFill>
                <a:latin typeface="Arial"/>
              </a:rPr>
              <a:t>35% → 15–20%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077988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return-rate goal for sizing-driven returns, in line with what published fit-technology deployments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06908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Illustrative: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 shop doing 10,000 orders a month at 35% returns processes 3,500 returns. Cutting the rate to 20% removes 1,500 of them — every month, before counting the sales that no longer get lost to hesitation.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Risks handled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Body photos are sensitive — the prototype treats them that way,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599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" y="2121408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0080" y="2039112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1920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Photos deleted in 24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9424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Auto-deletion is enforced in code, not policy. Uploads live in anonymous, session-scoped folders — never linked to a name or email.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7238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3156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" y="3236976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0080" y="3154680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30358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Faces blurred by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6499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blur happens before the photo is first saved, so an unblurred photo never exists on the server unless the shopper opts 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4713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72" y="4352544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" y="4270248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513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No body measurements are ever guessed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805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photo is used only to show garments. Measurements come from the shopper, full stop — no silent AI estimation of anyone's body.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6270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" y="5468112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40080" y="5385816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05840" y="52669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Compliant framing from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9612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Built against the Philippines' Data Privacy Act (RA 10173): consent up front, one declared purpose, minimal collection, hard retention limits.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92024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14884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Arial"/>
              </a:rPr>
              <a:t>And the honest risk 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6060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The model over-warns today: catching misfits costs some false sizing tips. The interface presents them as tips, not verdicts.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502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5204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Trained on US women's rental/retail data; local fit habits will differ. The pilot exists to recalibrate on real local outcomes.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416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4348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Men's sizing is a size-chart lookup, clearly labeled — not the audited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Rollout: pilot, measure, then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1 —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8–10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One women's category (dresses) on the existing store. Measure return rate, size-exchange rate, and conversion against a control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2 — Calibrate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next quarter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Retune the model's thresholds on real local outcomes, per body-type group — the audit framework is already built for exactly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1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3 —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1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quarter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Full women's catalog, then men's once enough real fit feedback exists to train and audit a proper men's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01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gate between phases is a number, not a feeling: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the pilot ships with the same measurement dashboard the capstone already produces — per-group accuracy, misfit-catch rate, and return-rate delta.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Where this goes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Photorealistic try-on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New research data (the FIT dataset, 2026 — over a million fit-aware try-on examples) makes it possible to render how a specific size would actually drape and pull. Today's preview shows placement and proportion; this upgrade shows 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Smarter sizing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Every confirmed purchase and return becomes training signal. The fairness dashboard keeps the improvement honest across body types.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Color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“Does this shade suit me?” — scoped out of the capstone deliberately, and a natural add-on to the same advice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Richer men's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Real men's fit data from the pilot replaces today's clearly-labeled size-chart lookup with an audited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468880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fit-ml.netlify.app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The full fairness audit, code, and documentation are public: github.com/debiegalleros/fitml-capstone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Debie Galleros · Postgraduate Diploma in Artificial Intelligence and Machine Learning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