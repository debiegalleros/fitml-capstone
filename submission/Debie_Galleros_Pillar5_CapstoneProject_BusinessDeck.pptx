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1249271" cy="8961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103120"/>
            <a:ext cx="999439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A1A1A"/>
                </a:solidFill>
                <a:latin typeface="Arial"/>
              </a:rPr>
              <a:t>FitML: A Fairness-Audited Machine Learning System for Sizing and Intelligent Virtual Try-On in E-Commerce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39312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Pillar 5: Capstone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041648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Postgraduate Diploma in Artificial Intelligence and Machine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617720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Debie Galleros  ·  July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193792"/>
            <a:ext cx="999439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100" b="0" i="0">
                <a:solidFill>
                  <a:srgbClr val="1F4E79"/>
                </a:solidFill>
                <a:latin typeface="Arial"/>
              </a:rPr>
              <a:t>Business presentation — live demo: fit-ml.netlify.app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Returns are eating online fashion's margins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202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5400" b="1" i="0">
                <a:solidFill>
                  <a:srgbClr val="1F4E79"/>
                </a:solidFill>
                <a:latin typeface="Arial"/>
              </a:rPr>
              <a:t>35%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716652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of online clothing orders come back — vs about 8% in physical stores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43400" y="19202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5400" b="1" i="0">
                <a:solidFill>
                  <a:srgbClr val="1F4E79"/>
                </a:solidFill>
                <a:latin typeface="Arial"/>
              </a:rPr>
              <a:t>$100B+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2716652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what returns cost retailers every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920240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5400" b="1" i="0">
                <a:solidFill>
                  <a:srgbClr val="1F4E79"/>
                </a:solidFill>
                <a:latin typeface="Arial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2716652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cause: sizing uncertainty — shoppers can't try before they buy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2920" y="3794760"/>
            <a:ext cx="11183112" cy="0"/>
          </a:xfrm>
          <a:prstGeom prst="line">
            <a:avLst/>
          </a:prstGeom>
          <a:ln w="12700">
            <a:solidFill>
              <a:srgbClr val="C9C9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02920" y="40690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Two questions stop a shopper from clicking “buy”: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57200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E9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84632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“Will it fit?”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Every wrong answer is a return — shipped twice, repacked, often discounted.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457200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E9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484632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“How will it look on me?”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If the shopper can't picture it, they don't buy — or they order three sizes to try at home.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FitML answers both — before the purchase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A working prototype, live at fit-ml.netlify.app</a:t>
            </a:r>
          </a:p>
        </p:txBody>
      </p:sp>
      <p:pic>
        <p:nvPicPr>
          <p:cNvPr id="5" name="Picture 4" descr="lan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920240"/>
            <a:ext cx="5394960" cy="337185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309360" y="1920240"/>
            <a:ext cx="5394960" cy="3371850"/>
          </a:xfrm>
          <a:prstGeom prst="rect">
            <a:avLst/>
          </a:prstGeom>
          <a:noFill/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5365242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  <a:latin typeface="Arial"/>
              </a:rPr>
              <a:t>The live site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011679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088387"/>
            <a:ext cx="38404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965960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Set up a profile once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313432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The shopper enters their measurements and uploads one photo. Nothing is guessed from the photo — it is only used to show garments on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40156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478275"/>
            <a:ext cx="38404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355848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Browse and try 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03320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117 real items with filters, prices, and color options. One tap shows the garment on the shopper's own photo.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791455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868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745736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Get a size and honest advice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093207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A recommended size with a confidence level, plus two short paragraphs of plain-language advice — including what the try-on photo actually shows.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The virtual fitting room, on the shopper's own photo</a:t>
            </a:r>
          </a:p>
        </p:txBody>
      </p:sp>
      <p:pic>
        <p:nvPicPr>
          <p:cNvPr id="4" name="Picture 3" descr="item_try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874519"/>
            <a:ext cx="6766560" cy="42291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1874519"/>
            <a:ext cx="6766560" cy="4229100"/>
          </a:xfrm>
          <a:prstGeom prst="rect">
            <a:avLst/>
          </a:prstGeom>
          <a:noFill/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176772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  <a:latin typeface="Arial"/>
              </a:rPr>
              <a:t>Live try-on: recommendation, composite, and advice for a real catalog item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965960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A clear recommendation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25856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50" b="0" i="0">
                <a:solidFill>
                  <a:srgbClr val="1A1A1A"/>
                </a:solidFill>
                <a:latin typeface="Arial"/>
              </a:rPr>
              <a:t>“Recommended size: XS — 40% confidence” — the confidence level is shown, never hidden.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4952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The garment on their body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337560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50" b="0" i="0">
                <a:solidFill>
                  <a:srgbClr val="1A1A1A"/>
                </a:solidFill>
                <a:latin typeface="Arial"/>
              </a:rPr>
              <a:t>The sweater is placed on the shopper's own photo, scaled and angled to their pose — picking a bigger size renders visibly bigger.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123944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Advice a shopper actually understands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4416552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50" b="0" i="0">
                <a:solidFill>
                  <a:srgbClr val="1A1A1A"/>
                </a:solidFill>
                <a:latin typeface="Arial"/>
              </a:rPr>
              <a:t>Plain words, no tailor talk: “the length reaches your waist neatly, and the sleeves land well at your wrists.”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5202936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Privacy by default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5495544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50" b="0" i="0">
                <a:solidFill>
                  <a:srgbClr val="1A1A1A"/>
                </a:solidFill>
                <a:latin typeface="Arial"/>
              </a:rPr>
              <a:t>Faces can be cropped out before the photo is ever saved; this screenshot shows the earlier blur-based safeguard instead.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The differentiator: sizing that is checked for everyone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Most sizing tools are black boxes. FitML publishes its audit.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5577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Sizing models are usually most accurate for “average” bodies — and quietly worse for everyone else. We measured ours across body types, heights, and size ranges, found exactly that problem, and retrained to fix what matters most.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246120"/>
            <a:ext cx="5577840" cy="1325880"/>
          </a:xfrm>
          <a:prstGeom prst="roundRect">
            <a:avLst>
              <a:gd name="adj" fmla="val 5000"/>
            </a:avLst>
          </a:prstGeom>
          <a:solidFill>
            <a:srgbClr val="FB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42900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1" i="0">
                <a:solidFill>
                  <a:srgbClr val="B7791F"/>
                </a:solidFill>
                <a:latin typeface="Arial"/>
              </a:rPr>
              <a:t>What we found: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the first model told almost every shopper “it fits” — it was most wrong for plus-size shoppers, exactly the people returns hit hardest.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754880"/>
            <a:ext cx="5577840" cy="1325880"/>
          </a:xfrm>
          <a:prstGeom prst="roundRect">
            <a:avLst>
              <a:gd name="adj" fmla="val 5000"/>
            </a:avLst>
          </a:prstGeom>
          <a:solidFill>
            <a:srgbClr val="E9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93776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What we did: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retrained the model to take misfits seriously and published before/after numbers for every group — the full report is in the open repository.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2103120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1 in 100  →  1 in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545571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misfit warnings the model catches, before vs after the fairness fix — the single number behind fewer wrong “it fits” promises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3657600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8 groups × 3 lenses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4100051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body types, heights, and size bands — every group's numbers published, none averaged away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5212080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0 guesses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5654531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measurements are always entered by the shopper — never estimated from a photo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What this is worth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Projected impact — to be validated in a pilot, not promised in advance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The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5915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5257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Fewer wrong “it fits” moments.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The retrained model catches about half of misfits before purchase, instead of almost none.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13639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54680"/>
            <a:ext cx="5257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Fewer “order 3, keep 1” baskets.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Seeing the garment on their own photo replaces ordering multiple sizes to try at home.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91363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5257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Higher purchase confidence.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A visible confidence level and honest sizing tips build trust — and trust converts.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02920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595959"/>
                </a:solidFill>
                <a:latin typeface="Arial"/>
              </a:rPr>
              <a:t>Every avoided return saves twice-paid shipping, inspection, repackaging, and markdown loss — and keeps the item sellable at full price.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1965960"/>
            <a:ext cx="5257800" cy="4114800"/>
          </a:xfrm>
          <a:prstGeom prst="roundRect">
            <a:avLst>
              <a:gd name="adj" fmla="val 4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2194560"/>
            <a:ext cx="4709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The target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606040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200" b="1" i="0">
                <a:solidFill>
                  <a:srgbClr val="1F4E79"/>
                </a:solidFill>
                <a:latin typeface="Arial"/>
              </a:rPr>
              <a:t>35% → 15–20%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3077988"/>
            <a:ext cx="47091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return-rate goal for sizing-driven returns, in line with what published fit-technology deployments 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4069080"/>
            <a:ext cx="4709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Illustrative: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a shop doing 10,000 orders a month at 35% returns processes 3,500 returns. Cutting the rate to 20% removes 1,500 of them — every month, before counting the sales that no longer get lost to hesitation.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Risks handled up front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Body photos are sensitive — the prototype treats them that way, by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5681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01599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76072" y="2121408"/>
            <a:ext cx="64008" cy="64008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640080" y="2039112"/>
            <a:ext cx="100584" cy="146304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05840" y="19202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Photos deleted in 24 hours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49424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595959"/>
                </a:solidFill>
                <a:latin typeface="Arial"/>
              </a:rPr>
              <a:t>Auto-deletion is enforced in code, not policy. Uploads live in anonymous, session-scoped folders — never linked to a name or email.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72384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13156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76072" y="3236976"/>
            <a:ext cx="64008" cy="64008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40080" y="3154680"/>
            <a:ext cx="100584" cy="146304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05840" y="303580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Face privacy, opt-in and automatic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364992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595959"/>
                </a:solidFill>
                <a:latin typeface="Arial"/>
              </a:rPr>
              <a:t>An opt-in checkbox crops your face out before saving. Left unchecked, FitML still protects you — your real face is restored over anything the AI drew in its place.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18795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24713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76072" y="4352544"/>
            <a:ext cx="64008" cy="64008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40080" y="4270248"/>
            <a:ext cx="100584" cy="146304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51376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No body measurements are ever guessed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480560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595959"/>
                </a:solidFill>
                <a:latin typeface="Arial"/>
              </a:rPr>
              <a:t>The photo is used only to show garments. Measurements come from the shopper, full stop — no silent AI estimation of anyone's body.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30352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36270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76072" y="5468112"/>
            <a:ext cx="64008" cy="64008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640080" y="5385816"/>
            <a:ext cx="100584" cy="146304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05840" y="5266944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Compliant framing from day 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596128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595959"/>
                </a:solidFill>
                <a:latin typeface="Arial"/>
              </a:rPr>
              <a:t>Built against the Philippines' Data Privacy Act (RA 10173): consent up front, one declared purpose, minimal collection, hard retention limits.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29400" y="1920240"/>
            <a:ext cx="5074920" cy="4206240"/>
          </a:xfrm>
          <a:prstGeom prst="roundRect">
            <a:avLst>
              <a:gd name="adj" fmla="val 4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2148840"/>
            <a:ext cx="4526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A1A1A"/>
                </a:solidFill>
                <a:latin typeface="Arial"/>
              </a:rPr>
              <a:t>And the honest risk register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03720" y="258775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0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2606040"/>
            <a:ext cx="4297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The model over-warns today: catching misfits costs some false sizing tips. The interface presents them as tips, not verdicts.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350215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0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3520440"/>
            <a:ext cx="4297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Trained on US women's rental/retail data; local fit habits will differ. The pilot exists to recalibrate on real local outcomes.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441655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0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0" y="4434840"/>
            <a:ext cx="4297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Men's sizing is a size-chart lookup, clearly labeled — not the audited model.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Rollout: pilot, measure, then scale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680"/>
            <a:ext cx="3611880" cy="3017520"/>
          </a:xfrm>
          <a:prstGeom prst="roundRect">
            <a:avLst>
              <a:gd name="adj" fmla="val 5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4028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F4E79"/>
                </a:solidFill>
                <a:latin typeface="Arial"/>
              </a:rPr>
              <a:t>Phase 1 — 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0604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050" b="1" i="0">
                <a:solidFill>
                  <a:srgbClr val="B7791F"/>
                </a:solidFill>
                <a:latin typeface="Arial"/>
              </a:rPr>
              <a:t>8–10 weeks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71800"/>
            <a:ext cx="3154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One women's category (dresses) on the existing store. Measure return rate, size-exchange rate, and conversion against a control group.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2011680"/>
            <a:ext cx="3611880" cy="3017520"/>
          </a:xfrm>
          <a:prstGeom prst="roundRect">
            <a:avLst>
              <a:gd name="adj" fmla="val 5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224028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F4E79"/>
                </a:solidFill>
                <a:latin typeface="Arial"/>
              </a:rPr>
              <a:t>Phase 2 — Calibrate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60604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050" b="1" i="0">
                <a:solidFill>
                  <a:srgbClr val="B7791F"/>
                </a:solidFill>
                <a:latin typeface="Arial"/>
              </a:rPr>
              <a:t>next quarter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7136" y="2971800"/>
            <a:ext cx="3154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Retune the model's thresholds on real local outcomes, per body-type group — the audit framework is already built for exactly this.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4151" y="2011680"/>
            <a:ext cx="3611880" cy="3017520"/>
          </a:xfrm>
          <a:prstGeom prst="roundRect">
            <a:avLst>
              <a:gd name="adj" fmla="val 5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1" y="224028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F4E79"/>
                </a:solidFill>
                <a:latin typeface="Arial"/>
              </a:rPr>
              <a:t>Phase 3 — 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1" y="260604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050" b="1" i="0">
                <a:solidFill>
                  <a:srgbClr val="B7791F"/>
                </a:solidFill>
                <a:latin typeface="Arial"/>
              </a:rPr>
              <a:t>quarter 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1" y="2971800"/>
            <a:ext cx="3154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Full women's catalog, then men's once enough real fit feedback exists to train and audit a proper men's model.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349240"/>
            <a:ext cx="11201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The gate between phases is a number, not a feeling: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the pilot ships with the same measurement dashboard the capstone already produces — per-group accuracy, misfit-catch rate, and return-rate delta.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Where this goes next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2024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84832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F4E79"/>
                </a:solidFill>
                <a:latin typeface="Arial"/>
              </a:rPr>
              <a:t>Fit-accurate rendering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4983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Today's generative try-on already shows the right garment on your own photo, photorealistically. The next step (the FIT dataset, 2026 — over a million fit-aware examples) renders how a specific size actually drapes and pulls, not just where it sits.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92024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2084832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F4E79"/>
                </a:solidFill>
                <a:latin typeface="Arial"/>
              </a:rPr>
              <a:t>Smarter sizing over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2468880"/>
            <a:ext cx="4983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Every confirmed purchase and return becomes training signal. The fairness dashboard keeps the improvement honest across body types.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06908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233672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F4E79"/>
                </a:solidFill>
                <a:latin typeface="Arial"/>
              </a:rPr>
              <a:t>Color advice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17720"/>
            <a:ext cx="4983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“Does this shade suit me?” — scoped out of the capstone deliberately, and a natural add-on to the same advice panel.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406908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4233672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F4E79"/>
                </a:solidFill>
                <a:latin typeface="Arial"/>
              </a:rPr>
              <a:t>Richer men's experience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4617720"/>
            <a:ext cx="4983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Real men's fit data from the pilot replaces today's clearly-labeled size-chart lookup with an audited model.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1249271" cy="8961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468880"/>
            <a:ext cx="99943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3400" b="1" i="0">
                <a:solidFill>
                  <a:srgbClr val="1A1A1A"/>
                </a:solidFill>
                <a:latin typeface="Arial"/>
              </a:rPr>
              <a:t>Try it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91840"/>
            <a:ext cx="99943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2200" b="1" i="0">
                <a:solidFill>
                  <a:srgbClr val="1F4E79"/>
                </a:solidFill>
                <a:latin typeface="Arial"/>
              </a:rPr>
              <a:t>fit-ml.netlify.app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977639"/>
            <a:ext cx="99943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The full fairness audit, code, and documentation are public: github.com/debiegalleros/fitml-capstone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120640"/>
            <a:ext cx="99943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150" b="0" i="0">
                <a:solidFill>
                  <a:srgbClr val="595959"/>
                </a:solidFill>
                <a:latin typeface="Arial"/>
              </a:rPr>
              <a:t>Debie Galleros · Postgraduate Diploma in Artificial Intelligence and Machine Learning · July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