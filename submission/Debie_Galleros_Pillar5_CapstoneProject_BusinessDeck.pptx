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1249271" cy="8961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103120"/>
            <a:ext cx="999439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FitML: A Fairness-Audited Machine Learning System for Sizing and Intelligent Virtual Try-On in 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39312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Pillar 5: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41648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350" b="0" i="0">
                <a:solidFill>
                  <a:srgbClr val="595959"/>
                </a:solidFill>
                <a:latin typeface="Arial"/>
              </a:rPr>
              <a:t>Postgraduate Diploma in Artificial Intelligence and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617720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Debie Galleros  ·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93792"/>
            <a:ext cx="99943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0" i="0">
                <a:solidFill>
                  <a:srgbClr val="1F4E79"/>
                </a:solidFill>
                <a:latin typeface="Arial"/>
              </a:rPr>
              <a:t>Business presentation — live demo: fit-ml.netlify.app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Returns are eating online fashion's margins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400" b="1" i="0">
                <a:solidFill>
                  <a:srgbClr val="1F4E79"/>
                </a:solidFill>
                <a:latin typeface="Arial"/>
              </a:rP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1665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of online clothing orders come back — vs about 8% in physical 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9202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400" b="1" i="0">
                <a:solidFill>
                  <a:srgbClr val="1F4E79"/>
                </a:solidFill>
                <a:latin typeface="Arial"/>
              </a:rPr>
              <a:t>$100B+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71665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what returns cost retailers every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92024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400" b="1" i="0">
                <a:solidFill>
                  <a:srgbClr val="1F4E79"/>
                </a:solidFill>
                <a:latin typeface="Arial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71665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cause: sizing uncertainty — shoppers can't try before they buy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3794760"/>
            <a:ext cx="11183112" cy="0"/>
          </a:xfrm>
          <a:prstGeom prst="line">
            <a:avLst/>
          </a:prstGeom>
          <a:ln w="12700">
            <a:solidFill>
              <a:srgbClr val="C9C9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4069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Two questions stop a shopper from clicking “buy”: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“Will it fit?”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Every wrong answer is a return — shipped twice, repacked, often discounted.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5720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84632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“How will it look on me?”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If the shopper can't picture it, they don't buy — or they order three sizes to try at home.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FitML answers both — before the purchase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81328"/>
            <a:ext cx="11384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Arial"/>
              </a:rPr>
              <a:t>A working prototype, live at fit-ml.netlify.app</a:t>
            </a:r>
          </a:p>
        </p:txBody>
      </p:sp>
      <p:pic>
        <p:nvPicPr>
          <p:cNvPr id="5" name="Picture 4" descr="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394960" cy="33718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09360" y="1920240"/>
            <a:ext cx="5394960" cy="3371850"/>
          </a:xfrm>
          <a:prstGeom prst="rect">
            <a:avLst/>
          </a:prstGeom>
          <a:noFill/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536524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Arial"/>
              </a:rPr>
              <a:t>The live 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7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8838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Arial"/>
              </a:rPr>
              <a:t>Set up a profile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13432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The shopper enters their measurements and uploads one photo. Nothing is guessed from the photo — it is only used to show garments on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015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7827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5584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Arial"/>
              </a:rPr>
              <a:t>Browse and try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0332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117 real items with filters, prices, and color options. One tap shows the garment on the shopper's own photo.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91455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8681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45736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Arial"/>
              </a:rPr>
              <a:t>Get a size and honest advice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93207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A recommended size with a confidence level, plus two short paragraphs of plain-language advice — including what the try-on photo actually shows.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The virtual fitting room, on the shopper's own photo</a:t>
            </a:r>
          </a:p>
        </p:txBody>
      </p:sp>
      <p:pic>
        <p:nvPicPr>
          <p:cNvPr id="16" name="Picture 15" descr="final_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622" y="1874519"/>
            <a:ext cx="4287155" cy="422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42622" y="1874519"/>
            <a:ext cx="4287155" cy="4229100"/>
          </a:xfrm>
          <a:prstGeom prst="rect">
            <a:avLst/>
          </a:prstGeom>
          <a:noFill/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17677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Arial"/>
              </a:rPr>
              <a:t>Live try-on: recommendation, composite, and advice for a real catalog 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96596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A clear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2585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“Recommended size: M — 45% confidence” — the confidence level is shown, never hidden.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44952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The garment on their 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337560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blouse is placed on the shopper's own photo, scaled and angled to their pose — picking a bigger size renders visibly bigger.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123944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Advice a shopper actually understands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416552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Plain words, no tailor talk: “the short sleeves sit neatly on your arms, and the buttons run straight and even down the front.”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5202936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Privacy by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495544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upper face (forehead, eyes) can be cropped out before the photo is ever saved, opt-in — shown here live on the current site.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The differentiator: sizing that is checked for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81328"/>
            <a:ext cx="11384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Arial"/>
              </a:rPr>
              <a:t>Most sizing tools are black boxes. FitML publishes its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Sizing models are usually most accurate for “average” bodies — and quietly worse for everyone else. We measured ours across body types, heights, and size ranges, found exactly that problem, and retrained to fix what matters most.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46120"/>
            <a:ext cx="5577840" cy="1325880"/>
          </a:xfrm>
          <a:prstGeom prst="roundRect">
            <a:avLst>
              <a:gd name="adj" fmla="val 50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1" i="0">
                <a:solidFill>
                  <a:srgbClr val="B7791F"/>
                </a:solidFill>
                <a:latin typeface="Arial"/>
              </a:rPr>
              <a:t>What we found: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the first model told almost every shopper “it fits” — it was most wrong for plus-size shoppers, exactly the people returns hit hardest.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54880"/>
            <a:ext cx="5577840" cy="1325880"/>
          </a:xfrm>
          <a:prstGeom prst="roundRect">
            <a:avLst>
              <a:gd name="adj" fmla="val 5000"/>
            </a:avLst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3776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1" i="0">
                <a:solidFill>
                  <a:srgbClr val="1F4E79"/>
                </a:solidFill>
                <a:latin typeface="Arial"/>
              </a:rPr>
              <a:t>What we did: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retrained the model to take misfits seriously and published before/after numbers for every group — the full report is in the open repository.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0312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1 in 100  →  1 in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545571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misfit warnings the model catches, before vs after the fairness fix — the single number behind fewer wrong “it fits” promises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65760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8 groups × 3 lenses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100051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body types, heights, and size bands — every group's numbers published, none averaged 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2120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0 guesses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5654531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measurements are always entered by the shopper — never estimated from a photo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What this is worth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81328"/>
            <a:ext cx="11384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Arial"/>
              </a:rPr>
              <a:t>Projected impact — to be validated in a pilot, not promised in advance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Arial"/>
              </a:rPr>
              <a:t>The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591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257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Fewer wrong “it fits” moments.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The retrained model catches about half of misfits before purchase, instead of almost none.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3639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5257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Fewer “order 3, keep 1” baskets.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Seeing the garment on their own photo replaces ordering multiple sizes to try at home.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136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257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Higher purchase confidence.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A visible confidence level and honest sizing tips build trust — and trust converts.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0292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95959"/>
                </a:solidFill>
                <a:latin typeface="Arial"/>
              </a:rPr>
              <a:t>Every avoided return saves twice-paid shipping, inspection, repackaging, and markdown loss — and keeps the item sellable at full price.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965960"/>
            <a:ext cx="5257800" cy="41148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1945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Arial"/>
              </a:rPr>
              <a:t>The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606040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200" b="1" i="0">
                <a:solidFill>
                  <a:srgbClr val="1F4E79"/>
                </a:solidFill>
                <a:latin typeface="Arial"/>
              </a:rPr>
              <a:t>35% → 15–20%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077988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return-rate goal for sizing-driven returns, in line with what published fit-technology deployments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069080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Illustrative: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a shop doing 10,000 orders a month at 35% returns processes 3,500 returns. Cutting the rate to 20% removes 1,500 of them — every month, before counting the sales that no longer get lost to hesitation.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Risks handled up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81328"/>
            <a:ext cx="11384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Arial"/>
              </a:rPr>
              <a:t>Body photos are sensitive — the prototype treats them that way, by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5681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599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72" y="2121408"/>
            <a:ext cx="64008" cy="64008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0080" y="2039112"/>
            <a:ext cx="100584" cy="146304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5840" y="19202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Photos deleted in 24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942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80" b="0" i="0">
                <a:solidFill>
                  <a:srgbClr val="595959"/>
                </a:solidFill>
                <a:latin typeface="Arial"/>
              </a:rPr>
              <a:t>Auto-deletion is enforced in code, not policy. Uploads live in anonymous, session-scoped folders — never linked to a name or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723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3156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" y="3236976"/>
            <a:ext cx="64008" cy="64008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40080" y="3154680"/>
            <a:ext cx="100584" cy="146304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5840" y="303580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Face privacy, opt-in and automatic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6499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80" b="0" i="0">
                <a:solidFill>
                  <a:srgbClr val="595959"/>
                </a:solidFill>
                <a:latin typeface="Arial"/>
              </a:rPr>
              <a:t>An opt-in checkbox crops the upper face — forehead and eyes — out before saving. Left unchecked, FitML still protects you — your real face is restored over anything the AI drew in its 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879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4713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72" y="4352544"/>
            <a:ext cx="64008" cy="64008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40080" y="4270248"/>
            <a:ext cx="100584" cy="146304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5137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No body measurements are ever guessed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80" b="0" i="0">
                <a:solidFill>
                  <a:srgbClr val="595959"/>
                </a:solidFill>
                <a:latin typeface="Arial"/>
              </a:rPr>
              <a:t>The photo is used only to show garments. Measurements come from the shopper, full stop — no silent AI estimation of anyone's body.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035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6270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6072" y="5468112"/>
            <a:ext cx="64008" cy="64008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40080" y="5385816"/>
            <a:ext cx="100584" cy="146304"/>
          </a:xfrm>
          <a:prstGeom prst="line">
            <a:avLst/>
          </a:prstGeom>
          <a:ln w="279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05840" y="526694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Compliant framing from day 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59612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80" b="0" i="0">
                <a:solidFill>
                  <a:srgbClr val="595959"/>
                </a:solidFill>
                <a:latin typeface="Arial"/>
              </a:rPr>
              <a:t>Built against the Philippines' Data Privacy Act (RA 10173): consent up front, one declared purpose, minimal collection, hard retention limits.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1920240"/>
            <a:ext cx="5074920" cy="42062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2148840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And the honest risk register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5877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60604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The model over-warns today: catching misfits costs some false sizing tips. The interface presents them as tips, not verdicts.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5021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52044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Trained on US women's rental/retail data; local fit habits will differ. The pilot exists to recalibrate on real local outcomes.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4165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43484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Men's sizing is a size-chart lookup, clearly labeled — not the audited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Rollout: pilot, measure, then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3611880" cy="30175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Phase 1 —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>
                <a:solidFill>
                  <a:srgbClr val="B7791F"/>
                </a:solidFill>
                <a:latin typeface="Arial"/>
              </a:rPr>
              <a:t>8–10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One women's category (dresses) on the existing store. Measure return rate, size-exchange rate, and conversion against a control group.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2011680"/>
            <a:ext cx="3611880" cy="30175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22402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Phase 2 — Calibrate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60604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>
                <a:solidFill>
                  <a:srgbClr val="B7791F"/>
                </a:solidFill>
                <a:latin typeface="Arial"/>
              </a:rPr>
              <a:t>next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97180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Retune the model's thresholds on real local outcomes, per body-type group — the audit framework is already built for exactly this.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1" y="2011680"/>
            <a:ext cx="3611880" cy="30175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1" y="22402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Phase 3 —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1" y="260604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>
                <a:solidFill>
                  <a:srgbClr val="B7791F"/>
                </a:solidFill>
                <a:latin typeface="Arial"/>
              </a:rPr>
              <a:t>quarter 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1" y="297180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Full women's catalog, then men's once enough real fit feedback exists to train and audit a proper men's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49240"/>
            <a:ext cx="11201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The gate between phases is a number, not a feeling: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the pilot ships with the same measurement dashboard the capstone already produces — per-group accuracy, misfit-catch rate, and return-rate delta.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Where this goes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5440680" cy="1938528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848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Fit-accurate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Today's generative try-on already shows the right garment on your own photo, photorealistically. The next step (the FIT dataset, 2026 — over a million fit-aware examples) renders how a specific size actually drapes and pulls, not just where it sits.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920240"/>
            <a:ext cx="5440680" cy="1938528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20848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Smarter sizing over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468880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Every confirmed purchase and return becomes training signal. The fairness dashboard keeps the improvement honest across body types.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69080"/>
            <a:ext cx="5440680" cy="1938528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3367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Color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“Does this shade suit me?” — scoped out of the capstone deliberately, and a natural add-on to the same advice panel.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4069080"/>
            <a:ext cx="5440680" cy="1938528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23367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Richer men's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617720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Real men's fit data from the pilot replaces today's clearly-labeled size-chart lookup with an audited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1249271" cy="8961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468880"/>
            <a:ext cx="9994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Try it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9994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200" b="1" i="0">
                <a:solidFill>
                  <a:srgbClr val="1F4E79"/>
                </a:solidFill>
                <a:latin typeface="Arial"/>
              </a:rPr>
              <a:t>fit-ml.netlify.app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94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The full fairness audit, code, and documentation are public: github.com/debiegalleros/fitml-capstone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9994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50" b="0" i="0">
                <a:solidFill>
                  <a:srgbClr val="595959"/>
                </a:solidFill>
                <a:latin typeface="Arial"/>
              </a:rPr>
              <a:t>Debie Galleros · Postgraduate Diploma in Artificial Intelligence and Machine Learning ·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Debie Galleros</dc:creator>
  <cp:keywords/>
  <dc:description>generated using python-pptx</dc:description>
  <cp:lastModifiedBy>Debie Galleros</cp:lastModifiedBy>
  <cp:revision>1</cp:revision>
  <dcterms:created xsi:type="dcterms:W3CDTF">2013-01-27T09:14:16Z</dcterms:created>
  <dcterms:modified xsi:type="dcterms:W3CDTF">2026-07-15T08:30:59Z</dcterms:modified>
  <cp:category/>
</cp:coreProperties>
</file>